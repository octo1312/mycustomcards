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0" r:id="rId5"/>
    <p:sldId id="269" r:id="rId6"/>
    <p:sldId id="263" r:id="rId7"/>
    <p:sldId id="262" r:id="rId8"/>
    <p:sldId id="264" r:id="rId9"/>
    <p:sldId id="266" r:id="rId10"/>
    <p:sldId id="261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DE"/>
    <a:srgbClr val="823038"/>
    <a:srgbClr val="232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14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84BE-8823-B870-B778-7EC948AF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20088-9582-CBCD-F703-7810FF59E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B43CE-FA00-87E9-462C-ABAFE46A3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6DDF1-D4DD-C1C2-944D-C2128DA40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21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PRÉSENTATION DU PROJET</a:t>
            </a:r>
            <a:endParaRPr lang="en-US" sz="38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MyCustomCard</a:t>
            </a:r>
            <a:endParaRPr lang="en-US" sz="22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0" y="4206240"/>
            <a:ext cx="3657600" cy="27432"/>
          </a:xfrm>
          <a:prstGeom prst="rect">
            <a:avLst/>
          </a:prstGeom>
          <a:solidFill>
            <a:srgbClr val="823038">
              <a:alpha val="50000"/>
            </a:srgbClr>
          </a:solidFill>
          <a:ln/>
        </p:spPr>
        <p:txBody>
          <a:bodyPr/>
          <a:lstStyle/>
          <a:p>
            <a:endParaRPr lang="fr-FR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Léo Martin </a:t>
            </a:r>
            <a:endParaRPr lang="en-US" sz="12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pic>
        <p:nvPicPr>
          <p:cNvPr id="11" name="Image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0ECA6EDF-7025-3AB0-8258-DFDEA9DFD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0" y="146304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PRÉSENTATION DU PROJET</a:t>
            </a:r>
            <a:endParaRPr lang="en-US" sz="3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8230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Contexte &amp; objectifs du projet</a:t>
            </a:r>
            <a:endParaRPr lang="en-US" sz="2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MyCustomCard</a:t>
            </a:r>
          </a:p>
          <a:p>
            <a:pPr algn="ctr"/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-Site ou les personnes </a:t>
            </a:r>
            <a:r>
              <a:rPr lang="en-US" sz="2000" i="1" dirty="0" err="1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peuvent</a:t>
            </a:r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i="1" dirty="0" err="1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créer</a:t>
            </a:r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modifier, </a:t>
            </a:r>
            <a:r>
              <a:rPr lang="en-US" sz="2000" i="1" dirty="0" err="1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découvrir</a:t>
            </a:r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et partager leur imagination</a:t>
            </a:r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232C33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8C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Image / Capture</a:t>
            </a:r>
            <a:endParaRPr lang="en-US" sz="1400" dirty="0">
              <a:latin typeface="Roboto" panose="02000000000000000000" pitchFamily="2" charset="0"/>
            </a:endParaRPr>
          </a:p>
        </p:txBody>
      </p:sp>
      <p:pic>
        <p:nvPicPr>
          <p:cNvPr id="10" name="Image 9" descr="Une image contenant texte, capture d’écra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39B711E1-0EFF-EBFA-0235-76090F903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868" y="1463040"/>
            <a:ext cx="1711141" cy="2996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TECHNOLOGIES UTILISÉES</a:t>
            </a:r>
            <a:endParaRPr lang="en-US" sz="3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Stack technique du projet</a:t>
            </a:r>
            <a:endParaRPr lang="en-US" sz="14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3716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Front-End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7160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5 , SCSS , JS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760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Back-End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20624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PHP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6520" y="1884069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 de données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04088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PhpMyAdmin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48640" y="3200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2960" y="35204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Framework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37160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Symfony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383280" y="3200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7600" y="35204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0624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Outils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20624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 code, GIT, GITHUB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217920" y="3200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92240" y="352044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Déploiement</a:t>
            </a:r>
            <a:endParaRPr lang="en-US" sz="13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04088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O2switch</a:t>
            </a:r>
            <a:endParaRPr lang="en-US" sz="10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640" y="3931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FRONT-END — MAQUETTAGE</a:t>
            </a:r>
            <a:endParaRPr lang="en-US" sz="28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8230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F4F1DE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Zoning</a:t>
            </a:r>
            <a:endParaRPr lang="en-US" sz="15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Insérez votre image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8230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F4F1DE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Wireframes</a:t>
            </a:r>
            <a:endParaRPr lang="en-US" sz="15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Insérez votre image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1792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8230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4F1DE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Maquette Responsive</a:t>
            </a:r>
            <a:endParaRPr lang="en-US" sz="15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Insérez votre image</a:t>
            </a:r>
            <a:endParaRPr lang="en-US" sz="1100" dirty="0">
              <a:latin typeface="Roboto" panose="02000000000000000000" pitchFamily="2" charset="0"/>
            </a:endParaRPr>
          </a:p>
        </p:txBody>
      </p:sp>
      <p:pic>
        <p:nvPicPr>
          <p:cNvPr id="18" name="Image 17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DDFD527-419E-5932-9174-8DA44876C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306" y="1662599"/>
            <a:ext cx="1704703" cy="3000841"/>
          </a:xfrm>
          <a:prstGeom prst="rect">
            <a:avLst/>
          </a:prstGeom>
        </p:spPr>
      </p:pic>
      <p:pic>
        <p:nvPicPr>
          <p:cNvPr id="20" name="Image 1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653E40E-BA6E-AAD2-4C94-FDE42D05D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67" y="1662599"/>
            <a:ext cx="1860071" cy="2945978"/>
          </a:xfrm>
          <a:prstGeom prst="rect">
            <a:avLst/>
          </a:prstGeom>
        </p:spPr>
      </p:pic>
      <p:pic>
        <p:nvPicPr>
          <p:cNvPr id="22" name="Image 21" descr="Une image contenant texte, capture d’écran, machine à sous&#10;&#10;Le contenu généré par l’IA peut être incorrect.">
            <a:extLst>
              <a:ext uri="{FF2B5EF4-FFF2-40B4-BE49-F238E27FC236}">
                <a16:creationId xmlns:a16="http://schemas.microsoft.com/office/drawing/2014/main" id="{09839BD5-99D8-6349-BD27-1C6E69D9B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448" y="1619964"/>
            <a:ext cx="1529285" cy="2988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25906-6CCF-221F-B233-E3B407B4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DAE29F-F46F-307C-2906-34B7715E2CD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2B3B98-27C7-B4DE-0E87-7CD08F45C9F8}"/>
              </a:ext>
            </a:extLst>
          </p:cNvPr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</a:rPr>
              <a:t>Code </a:t>
            </a:r>
            <a:r>
              <a:rPr lang="en-US" sz="3000" b="1" dirty="0" err="1">
                <a:solidFill>
                  <a:srgbClr val="F4F1DE"/>
                </a:solidFill>
                <a:latin typeface="Roboto" panose="02000000000000000000" pitchFamily="2" charset="0"/>
              </a:rPr>
              <a:t>Sémantique</a:t>
            </a: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</a:rPr>
              <a:t> (HEADER)</a:t>
            </a:r>
            <a:endParaRPr lang="en-US" sz="3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7E4046-F60B-6D24-3EF9-DD1D49F79523}"/>
              </a:ext>
            </a:extLst>
          </p:cNvPr>
          <p:cNvSpPr/>
          <p:nvPr/>
        </p:nvSpPr>
        <p:spPr>
          <a:xfrm>
            <a:off x="8686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BBBEE1E-9542-AB3D-6A76-3F18829545EE}"/>
              </a:ext>
            </a:extLst>
          </p:cNvPr>
          <p:cNvSpPr/>
          <p:nvPr/>
        </p:nvSpPr>
        <p:spPr>
          <a:xfrm>
            <a:off x="86868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i="1" dirty="0">
              <a:solidFill>
                <a:srgbClr val="64748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7FC31E-2D6D-264B-5A52-8C83F3D837C9}"/>
              </a:ext>
            </a:extLst>
          </p:cNvPr>
          <p:cNvSpPr/>
          <p:nvPr/>
        </p:nvSpPr>
        <p:spPr>
          <a:xfrm>
            <a:off x="50749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4A9F01-038A-0460-9D3A-390790392689}"/>
              </a:ext>
            </a:extLst>
          </p:cNvPr>
          <p:cNvSpPr/>
          <p:nvPr/>
        </p:nvSpPr>
        <p:spPr>
          <a:xfrm>
            <a:off x="507492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endParaRPr lang="en-US" sz="1100" dirty="0">
              <a:latin typeface="Roboto" panose="02000000000000000000" pitchFamily="2" charset="0"/>
            </a:endParaRPr>
          </a:p>
        </p:txBody>
      </p:sp>
      <p:pic>
        <p:nvPicPr>
          <p:cNvPr id="5" name="Image 4" descr="Une image contenant texte, Appareils électroniques, affichag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834CB18-CDAF-57EE-373E-A9FA1843A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745" y="54864"/>
            <a:ext cx="3178615" cy="50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3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5780" y="329184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SCHÉMA BASE DE DONNÉES</a:t>
            </a:r>
            <a:endParaRPr lang="en-US" sz="28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8230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>
              <a:latin typeface="Roboto" panose="02000000000000000000" pitchFamily="2" charset="0"/>
            </a:endParaRPr>
          </a:p>
        </p:txBody>
      </p:sp>
      <p:pic>
        <p:nvPicPr>
          <p:cNvPr id="8" name="Image 7" descr="Une image contenant capture d’écran, texte, diagramme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5BF9C853-F662-3543-5F1D-9F8BD3536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542" y="1362456"/>
            <a:ext cx="5372676" cy="3142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640" y="3429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BACK-END</a:t>
            </a:r>
            <a:endParaRPr lang="en-US" sz="3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solidFill>
            <a:srgbClr val="82303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8046720" cy="54864"/>
          </a:xfrm>
          <a:prstGeom prst="rect">
            <a:avLst/>
          </a:prstGeom>
          <a:solidFill>
            <a:srgbClr val="F4F1DE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 PhpMyAdmin </a:t>
            </a:r>
            <a:endParaRPr lang="en-US" sz="16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Roboto" panose="02000000000000000000" pitchFamily="2" charset="0"/>
            </a:endParaRPr>
          </a:p>
        </p:txBody>
      </p:sp>
      <p:pic>
        <p:nvPicPr>
          <p:cNvPr id="10" name="Image 9" descr="Une image contenant texte, Police, nomb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669297A-CAA1-7820-4BB6-213F4111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" y="2046884"/>
            <a:ext cx="7843520" cy="2032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CRUD — UPDATE &amp; DELETE</a:t>
            </a:r>
            <a:endParaRPr lang="en-US" sz="3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" cy="3291840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UPDATE</a:t>
            </a:r>
            <a:endParaRPr lang="en-US" sz="16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Code / Capture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F4F1D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73152" cy="3291840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864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DELETE</a:t>
            </a:r>
            <a:endParaRPr lang="en-US" sz="1600" dirty="0">
              <a:solidFill>
                <a:srgbClr val="232C33"/>
              </a:solidFill>
              <a:latin typeface="Roboto" panose="020000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7492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📷  Code / Capture</a:t>
            </a:r>
            <a:endParaRPr lang="en-US" sz="1100" dirty="0">
              <a:latin typeface="Roboto" panose="02000000000000000000" pitchFamily="2" charset="0"/>
            </a:endParaRPr>
          </a:p>
        </p:txBody>
      </p:sp>
      <p:pic>
        <p:nvPicPr>
          <p:cNvPr id="17" name="Image 1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F0250FE-FBFE-E1FE-C61A-7A8258E6E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50" y="1783080"/>
            <a:ext cx="3351410" cy="2768086"/>
          </a:xfrm>
          <a:prstGeom prst="rect">
            <a:avLst/>
          </a:prstGeom>
        </p:spPr>
      </p:pic>
      <p:pic>
        <p:nvPicPr>
          <p:cNvPr id="19" name="Image 1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42E124F-4506-775E-3401-399253825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538" y="2122714"/>
            <a:ext cx="3582603" cy="1874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640" y="3886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500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DQL</a:t>
            </a:r>
            <a:endParaRPr lang="en-US" sz="32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Doctrine Query Language</a:t>
            </a:r>
            <a:endParaRPr lang="en-US" sz="14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804672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8C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📷  Insérez vos requêtes DQL ici</a:t>
            </a:r>
            <a:endParaRPr lang="en-US" sz="1400" dirty="0">
              <a:latin typeface="Roboto" panose="02000000000000000000" pitchFamily="2" charset="0"/>
            </a:endParaRPr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8FA0807-9CA9-FBD7-051D-4B6ABD72B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75" y="1234159"/>
            <a:ext cx="8523514" cy="3475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3360" y="1428751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766061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DÉMO DU SITE</a:t>
            </a:r>
            <a:endParaRPr lang="en-US" sz="36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23038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82303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MERCI</a:t>
            </a:r>
            <a:endParaRPr lang="en-US" sz="5200" dirty="0">
              <a:solidFill>
                <a:srgbClr val="823038"/>
              </a:solidFill>
              <a:latin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F4F1DE"/>
          </a:solidFill>
          <a:ln/>
        </p:spPr>
        <p:txBody>
          <a:bodyPr/>
          <a:lstStyle/>
          <a:p>
            <a:endParaRPr lang="fr-FR" dirty="0">
              <a:latin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4F1D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 questions ?</a:t>
            </a:r>
            <a:endParaRPr lang="en-US" sz="2000" dirty="0">
              <a:solidFill>
                <a:srgbClr val="F4F1DE"/>
              </a:solidFill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140</Words>
  <Application>Microsoft Office PowerPoint</Application>
  <PresentationFormat>Affichage à l'écran (16:9)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Roboto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Projet</dc:title>
  <dc:subject>PptxGenJS Presentation</dc:subject>
  <dc:creator>PptxGenJS</dc:creator>
  <cp:lastModifiedBy>MARTIN Léo</cp:lastModifiedBy>
  <cp:revision>11</cp:revision>
  <dcterms:created xsi:type="dcterms:W3CDTF">2026-02-25T10:04:43Z</dcterms:created>
  <dcterms:modified xsi:type="dcterms:W3CDTF">2026-02-26T10:22:23Z</dcterms:modified>
</cp:coreProperties>
</file>